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a17c5f9ab9455e" /><Relationship Type="http://schemas.openxmlformats.org/officeDocument/2006/relationships/extended-properties" Target="/docProps/app.xml" Id="R489e4a0e0588471e" /><Relationship Type="http://schemas.openxmlformats.org/officeDocument/2006/relationships/officeDocument" Target="/ppt/presentation.xml" Id="R07344781d205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d52fb2ab0b4d60"/>
  </p:sldMasterIdLst>
  <p:notesMasterIdLst>
    <p:notesMasterId xmlns:r="http://schemas.openxmlformats.org/officeDocument/2006/relationships" r:id="R1a81d2dd06064f9c"/>
  </p:notesMasterIdLst>
  <p:sldIdLst>
    <p:sldId xmlns:r="http://schemas.openxmlformats.org/officeDocument/2006/relationships" id="256" r:id="R5147d6afcdba495d"/>
    <p:sldId xmlns:r="http://schemas.openxmlformats.org/officeDocument/2006/relationships" id="257" r:id="R339ab63fac5445cb"/>
    <p:sldId xmlns:r="http://schemas.openxmlformats.org/officeDocument/2006/relationships" id="258" r:id="Red1860eab6804276"/>
    <p:sldId xmlns:r="http://schemas.openxmlformats.org/officeDocument/2006/relationships" id="259" r:id="R77370c9e3b244b13"/>
    <p:sldId xmlns:r="http://schemas.openxmlformats.org/officeDocument/2006/relationships" id="260" r:id="Rccedf62834164527"/>
    <p:sldId xmlns:r="http://schemas.openxmlformats.org/officeDocument/2006/relationships" id="261" r:id="Rb3fd6eb3b0e8432f"/>
    <p:sldId xmlns:r="http://schemas.openxmlformats.org/officeDocument/2006/relationships" id="262" r:id="Rc4c139dfbf434e20"/>
    <p:sldId xmlns:r="http://schemas.openxmlformats.org/officeDocument/2006/relationships" id="263" r:id="R7673ef1a5b9c40a2"/>
    <p:sldId xmlns:r="http://schemas.openxmlformats.org/officeDocument/2006/relationships" id="264" r:id="Rc657838a8cbd4510"/>
    <p:sldId xmlns:r="http://schemas.openxmlformats.org/officeDocument/2006/relationships" id="265" r:id="R3daf2906c8be46d3"/>
    <p:sldId xmlns:r="http://schemas.openxmlformats.org/officeDocument/2006/relationships" id="266" r:id="Rfd26d60380b643e7"/>
    <p:sldId xmlns:r="http://schemas.openxmlformats.org/officeDocument/2006/relationships" id="267" r:id="Rc500432796d14e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52fb2ab0b4d60" /><Relationship Type="http://schemas.openxmlformats.org/officeDocument/2006/relationships/theme" Target="/ppt/theme/theme1.xml" Id="R9be89a68d3f942bd" /><Relationship Type="http://schemas.openxmlformats.org/officeDocument/2006/relationships/notesMaster" Target="/ppt/notesMasters/notesMaster1.xml" Id="R1a81d2dd06064f9c" /><Relationship Type="http://schemas.openxmlformats.org/officeDocument/2006/relationships/presProps" Target="/ppt/presProps.xml" Id="Rd87243e6fda14f66" /><Relationship Type="http://schemas.openxmlformats.org/officeDocument/2006/relationships/viewProps" Target="/ppt/viewProps.xml" Id="R6b62b511e0cb478d" /><Relationship Type="http://schemas.openxmlformats.org/officeDocument/2006/relationships/tableStyles" Target="/ppt/tableStyles.xml" Id="R553a84e8237c4fb0" /><Relationship Type="http://schemas.openxmlformats.org/officeDocument/2006/relationships/slide" Target="/ppt/slides/slide1.xml" Id="R5147d6afcdba495d" /><Relationship Type="http://schemas.openxmlformats.org/officeDocument/2006/relationships/slide" Target="/ppt/slides/slide2.xml" Id="R339ab63fac5445cb" /><Relationship Type="http://schemas.openxmlformats.org/officeDocument/2006/relationships/slide" Target="/ppt/slides/slide3.xml" Id="Red1860eab6804276" /><Relationship Type="http://schemas.openxmlformats.org/officeDocument/2006/relationships/slide" Target="/ppt/slides/slide4.xml" Id="R77370c9e3b244b13" /><Relationship Type="http://schemas.openxmlformats.org/officeDocument/2006/relationships/slide" Target="/ppt/slides/slide5.xml" Id="Rccedf62834164527" /><Relationship Type="http://schemas.openxmlformats.org/officeDocument/2006/relationships/slide" Target="/ppt/slides/slide6.xml" Id="Rb3fd6eb3b0e8432f" /><Relationship Type="http://schemas.openxmlformats.org/officeDocument/2006/relationships/slide" Target="/ppt/slides/slide7.xml" Id="Rc4c139dfbf434e20" /><Relationship Type="http://schemas.openxmlformats.org/officeDocument/2006/relationships/slide" Target="/ppt/slides/slide8.xml" Id="R7673ef1a5b9c40a2" /><Relationship Type="http://schemas.openxmlformats.org/officeDocument/2006/relationships/slide" Target="/ppt/slides/slide9.xml" Id="Rc657838a8cbd4510" /><Relationship Type="http://schemas.openxmlformats.org/officeDocument/2006/relationships/slide" Target="/ppt/slides/slide10.xml" Id="R3daf2906c8be46d3" /><Relationship Type="http://schemas.openxmlformats.org/officeDocument/2006/relationships/slide" Target="/ppt/slides/slide11.xml" Id="Rfd26d60380b643e7" /><Relationship Type="http://schemas.openxmlformats.org/officeDocument/2006/relationships/slide" Target="/ppt/slides/slide12.xml" Id="Rc500432796d14e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f2bd27197da43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e886a080354302" /><Relationship Type="http://schemas.openxmlformats.org/officeDocument/2006/relationships/notesMaster" Target="/ppt/notesMasters/notesMaster1.xml" Id="Ra9efc2b9627349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a407fbf8bb44b8" /><Relationship Type="http://schemas.openxmlformats.org/officeDocument/2006/relationships/notesMaster" Target="/ppt/notesMasters/notesMaster1.xml" Id="Rae58c4fec7ab42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ba7294dc8b421e" /><Relationship Type="http://schemas.openxmlformats.org/officeDocument/2006/relationships/notesMaster" Target="/ppt/notesMasters/notesMaster1.xml" Id="R85cc81f5e8e841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151c5d0db54a98" /><Relationship Type="http://schemas.openxmlformats.org/officeDocument/2006/relationships/notesMaster" Target="/ppt/notesMasters/notesMaster1.xml" Id="R2ded832558ae48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1d497380154708" /><Relationship Type="http://schemas.openxmlformats.org/officeDocument/2006/relationships/notesMaster" Target="/ppt/notesMasters/notesMaster1.xml" Id="R0bc24111424345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ce3ce3e8484fda" /><Relationship Type="http://schemas.openxmlformats.org/officeDocument/2006/relationships/notesMaster" Target="/ppt/notesMasters/notesMaster1.xml" Id="R138642487663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74410235d04e02" /><Relationship Type="http://schemas.openxmlformats.org/officeDocument/2006/relationships/notesMaster" Target="/ppt/notesMasters/notesMaster1.xml" Id="Rd7d33909daac46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dbdeaa8e9e4a49" /><Relationship Type="http://schemas.openxmlformats.org/officeDocument/2006/relationships/notesMaster" Target="/ppt/notesMasters/notesMaster1.xml" Id="Rf9f17c179acd4a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1e41998291456c" /><Relationship Type="http://schemas.openxmlformats.org/officeDocument/2006/relationships/notesMaster" Target="/ppt/notesMasters/notesMaster1.xml" Id="R1c3ba96077d44d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350b6876b84955" /><Relationship Type="http://schemas.openxmlformats.org/officeDocument/2006/relationships/notesMaster" Target="/ppt/notesMasters/notesMaster1.xml" Id="Rc9fe369693e841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bdb39e2e7e40c1" /><Relationship Type="http://schemas.openxmlformats.org/officeDocument/2006/relationships/notesMaster" Target="/ppt/notesMasters/notesMaster1.xml" Id="Re655bfba65bf4d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ede6f1a1fb4582" /><Relationship Type="http://schemas.openxmlformats.org/officeDocument/2006/relationships/notesMaster" Target="/ppt/notesMasters/notesMaster1.xml" Id="Rcec5046c1edb4b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16602af874a1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51ff082bf384298" /><Relationship Type="http://schemas.openxmlformats.org/officeDocument/2006/relationships/slideLayout" Target="/ppt/slideLayouts/slideLayout2.xml" Id="R876a168d3f4149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a168d3f4149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d6ac5920b0421d" /><Relationship Type="http://schemas.openxmlformats.org/officeDocument/2006/relationships/notesSlide" Target="/ppt/notesSlides/notesSlide1.xml" Id="R7ce05234af8f48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d92e9bd9084a0a" /><Relationship Type="http://schemas.openxmlformats.org/officeDocument/2006/relationships/notesSlide" Target="/ppt/notesSlides/notesSlide2.xml" Id="R9dccda8e9d8c4a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cabed6c8e44aad" /><Relationship Type="http://schemas.openxmlformats.org/officeDocument/2006/relationships/notesSlide" Target="/ppt/notesSlides/notesSlide3.xml" Id="Rf56184b3272049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dd24f6a9044dbb" /><Relationship Type="http://schemas.openxmlformats.org/officeDocument/2006/relationships/notesSlide" Target="/ppt/notesSlides/notesSlide4.xml" Id="Rdd780d0aa67b40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1bb84edef4d0e" /><Relationship Type="http://schemas.openxmlformats.org/officeDocument/2006/relationships/notesSlide" Target="/ppt/notesSlides/notesSlide5.xml" Id="R15b6d4f3695a4d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f22a60e7f54c36" /><Relationship Type="http://schemas.openxmlformats.org/officeDocument/2006/relationships/notesSlide" Target="/ppt/notesSlides/notesSlide6.xml" Id="R0b34f338f04744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f80fe841c4470b" /><Relationship Type="http://schemas.openxmlformats.org/officeDocument/2006/relationships/notesSlide" Target="/ppt/notesSlides/notesSlide7.xml" Id="R9d358b2b2c5e49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b7f6f5e434977" /><Relationship Type="http://schemas.openxmlformats.org/officeDocument/2006/relationships/notesSlide" Target="/ppt/notesSlides/notesSlide8.xml" Id="Ra013c2466e8c46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06430d265d41de" /><Relationship Type="http://schemas.openxmlformats.org/officeDocument/2006/relationships/notesSlide" Target="/ppt/notesSlides/notesSlide9.xml" Id="R53f02041612145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a1589398d74914" /><Relationship Type="http://schemas.openxmlformats.org/officeDocument/2006/relationships/notesSlide" Target="/ppt/notesSlides/notesSlide10.xml" Id="R323f44c995ec46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bf7d959aa947cb" /><Relationship Type="http://schemas.openxmlformats.org/officeDocument/2006/relationships/notesSlide" Target="/ppt/notesSlides/notesSlide11.xml" Id="R8f4372bcb5154a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57af01a91e4170" /><Relationship Type="http://schemas.openxmlformats.org/officeDocument/2006/relationships/notesSlide" Target="/ppt/notesSlides/notesSlide12.xml" Id="R7d2fcbe3d40a43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1082D7-F235-47F2-B4CE-F196DE42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5FC20-BA27-4EAC-B977-4B24E9B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67A28-6EE3-4170-BF04-B88D4998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BESLUTSMODELL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B756B-BDAC-4315-A1DF-0FD1B3B9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LocationType väljs innan kartan färgsätter lokalen.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13D53-717C-40E4-8ACC-2F14DCB2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Varje LocationClusterItem får en LocationType utifrån klusterstatus, cutoffYear och observationernas statusfält.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BC2AA-4EAE-42FB-9D6B-061740E5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697B2-DC24-442C-BEBF-269950F4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294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Kalla: LocationClusterItemDto.CalculateLocationType / LocationType enum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E8B28-F3A1-4243-9AE0-C07324FC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D0B6A-6AB4-4760-982D-F96C350A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76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9E59C-946E-40B8-B1C4-CF6CB156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1718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1. Om item.IsCluster är true returneras Cluster direkt.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2. Annars används en av två prioriteringsstegar: utan cutoffYear eller med cutoffYear.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3. Kartan använder sedan LocationType för färg och symbol.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B7E4E-056A-467B-BE79-665C18B9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6572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2C937-E079-4213-B3A9-60751BDE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1333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17C08-493E-4E63-B8E3-221645E3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IsCluster?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58102-A1E3-4FCD-9FC1-CBA88336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true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C9895-1F16-4AC2-A310-F9CE6D0A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E90FF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823B0-EDE5-4EAA-AE88-1F0921B4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241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DD670-9F0F-42E4-BBF2-387C6019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false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6DD28-4C83-44F6-B990-87052F40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908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5D6875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B081B-42CB-43C6-963A-02A0964B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cutoffYear?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46FEA-9BBA-45FC-880C-D778A44B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19400"/>
            <a:ext cx="1666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53414-1086-4211-8C7D-F3086D4A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76550"/>
            <a:ext cx="1514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No cutoff ladder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07EBD-7245-4585-925A-9C20F018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1666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02B9B1-A458-44A4-801D-BAEEEBBB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90900"/>
            <a:ext cx="1514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Cutoff ladder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90C79-5DCA-4E29-85AE-49BD31E7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1057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1219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578B9-84A4-4E62-9FAF-B5C21478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102298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rPr>
              <a:t>if (locationClusterItem.IsCluster) return LocationType.Cluster;</a:t>
            </a:r>
          </a:p>
          <a:p xmlns:a="http://schemas.openxmlformats.org/drawingml/2006/main">
            <a:pPr algn="l">
              <a:def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rPr>
              <a:t>if (cutoffYear.HasValue) { /* year-aware ladder */ }</a:t>
            </a:r>
          </a:p>
          <a:p xmlns:a="http://schemas.openxmlformats.org/drawingml/2006/main">
            <a:pPr algn="l">
              <a:def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rPr>
              <a:t>else { /* direct status ladder */ }</a:t>
            </a:r>
          </a:p>
        </p:txBody>
      </p:sp>
    </p:spTree>
    <p:extLst>
      <p:ext uri="{BB962C8B-B14F-4D97-AF65-F5344CB8AC3E}">
        <p14:creationId xmlns:p14="http://schemas.microsoft.com/office/powerpoint/2010/main" val="12656352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F424EB-3502-426D-B7CF-1159955C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8FF87-73C1-4FA8-91AD-AF0F88AD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A0E8F-039E-45FA-84C7-9138B5D8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INDATA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CC426-EE23-4FB8-B8D6-E8BA52CF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Det är få fält, men kombinationerna avgör prioriteten.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B264F-80D3-4E4D-B8E1-87D25D83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DebugObservations visar samma signaler: Positive, Sensitive, Treatment, NotRedisc, NeverFound och EndYear.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5ADD0-6B01-4DB5-895F-705F236C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5B09D-1446-40F4-94DE-F4C799C6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294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Kalla: LocationClusterItemDto.CalculateLocationType / LocationType enum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D7D17-2E54-4FF3-B0A2-F353063D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C80FD-159C-4D52-A954-294CCE6E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514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87787-0748-40AD-B33F-F75D6CD3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1D981-B183-47D2-91EE-E998D763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526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rPr>
              <a:t>occurrence.isPositiveObservation == true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FAF44-BC3D-4FBB-8E42-F0D27054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193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Bär Present och kan ge PresentSensitive.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51674-0340-4620-B11F-2740DD0B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514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BEF91-29EE-4718-B3EB-D551713D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4C975-5DCD-46FE-8BC6-80B3F5D8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526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rPr>
              <a:t>observation.sensitive == true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F2FC5-FE12-443D-9E50-C03BD824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193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Endast alla observationer känsliga räcker för PresentSensitive.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8C3CD-C807-478F-8135-14728CF5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514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98010-6C02-4EEE-B722-139E058D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EE4A7-517A-4AEF-A242-4E1678D3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194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rPr>
              <a:t>invasiveSpeciesTreatment.id &gt;=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78649-B737-4C2A-80A9-E455DCBD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861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Bär Treated när ingen Present vinner.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BD48E-D727-41AC-8BD3-19ABCD7B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7050"/>
            <a:ext cx="514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5A63C-2965-4387-A7F6-6DD1E04C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39235-F084-4D42-8C52-ABC10E78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rPr>
              <a:t>isNotRediscoveredObservation == true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FCE10A-0680-49C8-8975-5248DC4F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861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Bär NotRecovered utan cutoff; med cutoff blir det CutoffStatus.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67C4E-FE33-4CEC-B49D-1005FEE7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514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F25731-77A6-4278-86FF-D438DB20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9890A-FDFB-416C-8734-0F7BFD66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862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rPr>
              <a:t>isNeverFoundObservation == true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8ABD44-3001-4C5C-B827-8A84CF28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529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Dokumenterar ej påträffad, men kodens NotPresent är fallback.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CE15D-0075-46E3-B57D-7D6F030D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33850"/>
            <a:ext cx="514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DA359-C650-47D5-AF7D-BE0AADD7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CDBC2B-F5C5-47AF-BEED-532165D8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862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rPr>
              <a:t>event.endYear ?? event.startYear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38D4E9-B254-4086-80C4-1EC5AACA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529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Avgör före/efter cutoffYear.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6C92C0-2902-4642-95C8-DA5ED78A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59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C16009-1005-4F3D-978B-593E6BA9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Viktigt: LocationType beräknas över alla observationer i lokalen, inte per enskild observation.</a:t>
            </a:r>
          </a:p>
        </p:txBody>
      </p:sp>
    </p:spTree>
    <p:extLst>
      <p:ext uri="{BB962C8B-B14F-4D97-AF65-F5344CB8AC3E}">
        <p14:creationId xmlns:p14="http://schemas.microsoft.com/office/powerpoint/2010/main" val="21156669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2557C-23A8-487F-BDD5-D316520B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D8674-9C44-4BDD-B87B-B5A32E26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35B25-FD02-4117-B11D-6BE48F53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UTAN CUTOFFYEAR ÄR PRIORITERINGEN DIREKT.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D2D3A-9709-41BF-88F8-5932158F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En starkare signal gör att svagare signaler i samma location ignoreras för LocationType.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B4B79-942D-4555-9AEA-7D22A735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7AE8F-332B-4410-8554-F0CDBEEA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294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Kalla: LocationClusterItemDto.CalculateLocationType / LocationType enum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23F94-4FBB-4128-AF20-A9DA6833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9BDD3-E98A-4EBB-A560-CAA6355A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19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Prioritetsstegen när cutoffYear saknas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B8F71-F0DF-4C85-8C96-CA15D570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7739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90FF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C62F5-3EB7-43BB-95FB-FEDCAB4F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8249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46771-9E18-4358-82BA-4296358C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97739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IsCluster true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1AE99-E072-4385-AB44-502A7B47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5" y="20955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F9A3F-D88C-44B7-B0D7-69E68A10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40" y="2000250"/>
            <a:ext cx="197739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D90A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D925C-8403-4F90-B9CA-92586823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540" y="2057400"/>
            <a:ext cx="18249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B7EC4-A46A-489A-9DE6-FD9E38FB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340" y="2457450"/>
            <a:ext cx="197739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någon Positive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8E743-D362-478B-954B-49EB1F0C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7255" y="20955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1C54F-6B25-4133-9D37-C7070192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930" y="2000250"/>
            <a:ext cx="197739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D466F-6078-42CA-B82A-D35EC0BB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2057400"/>
            <a:ext cx="18249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EDA898-BEF8-4786-845B-D61CB138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930" y="2457450"/>
            <a:ext cx="197739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ingen Positive, någon Treatment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B0023-0F7E-4292-87F9-AE0E5C19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845" y="20955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ED77A-BEA8-4AA3-AF1B-BE3BB509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0" y="2000250"/>
            <a:ext cx="197739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8A8A8A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DEF15-97CC-4CCD-AA4C-F473F3C5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057400"/>
            <a:ext cx="18249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NotRecovered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4BEAA-45A7-4DC4-9770-22C6ACC3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0" y="2457450"/>
            <a:ext cx="197739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ingen Positive/Treatment, någon NotRedisc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FF588-0773-4443-B9D8-0758DA7E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435" y="20955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98334F-F712-4FCC-8250-12A95F19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110" y="2000250"/>
            <a:ext cx="197739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B2896F-759A-409D-8CE2-E86C8274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7310" y="2057400"/>
            <a:ext cx="18249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NotPresent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83BB6A-7C83-4968-B560-FEB38CAC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110" y="2457450"/>
            <a:ext cx="197739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A9423-29CC-4FE7-8E63-21615A6A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A5B1D1-819A-4F46-921E-783CF841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354D2C-DFAF-48C2-9E4A-1AA9BE5E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2A9E77-58DF-4115-B825-37FD1ECA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7190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8D542E-5A2C-49B5-90AE-38C68134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147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65B90B-AC80-463B-AF60-879E9EF1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719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D35042-B175-4313-8363-C0872303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1475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278AB2-434D-4659-8723-C659845B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719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F38EEC-7542-42E2-84E4-024AD7F2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FEDC21-8050-4B2E-BDB0-899E026E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719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CA446F-43EB-4CC2-B26A-49CA5CDA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A4C030-687E-454F-9513-22101DD7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7190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7098BA-B83B-4F55-9E2B-E475CE72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B9EC62-68EF-4457-87E8-D39FB88E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719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81B56E-C06C-47DD-91B3-CD8AED63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94275D-9F32-4DAE-85C7-F67B66A2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4E1FB1-E7F1-47A2-9A9A-71D01281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7192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B0B18D-974E-4658-A17E-98C76193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2907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E6E00E-6AC9-4784-B20B-D883B475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719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0E684A-D93B-4BE2-8941-6E72F838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290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E32073-7E00-46D9-98EA-AF0614C0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7192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7CC9B0-6CD0-44BD-AAFD-5646E511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2907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7E1E02-EF4F-4621-90E1-A496BF42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719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07047E-4872-43C3-B6BE-C34DEE4F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290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695165-ECB1-4A3C-A667-513E6D94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7192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2BFC02-1C68-4874-BB99-8469F2C6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2907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004C83-5B13-41DE-80AD-169A7828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7192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7F7B62-DBE6-4054-9CC3-9601A031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2907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00E6E7-ED03-4E06-9080-F7E294B2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E18DBF-D558-48FC-9883-80B4D43A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5F14F4-8EA3-4182-86D9-E4992115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AFB03D-22D1-4E68-874E-F3221B54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0497A4-6762-4C10-AEFB-75D04A15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3F45FB-1BF2-4717-91D5-20560E86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862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0C1D8A-C079-4B1F-B8B4-D6CB358B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2910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59A725-356E-4AD4-A5B9-E5194484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862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B79F7BA-3926-4253-8CD5-9B92AE57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291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3BDDC4-8EF0-48BD-946A-C77A4C70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862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2F0FE7-AF34-43AE-AAE5-3EEC0AA4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2910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1A8B82-1C3E-4298-9613-E02D528C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862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2F181A-FF4E-445F-9A55-41BEE991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2910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141AD7-2608-46CB-BA23-8C604F00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862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3A111B-E579-4F79-B043-1F3AD65F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172F6FA-ACD9-4885-B33B-83AE0F87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BFD237-5642-452F-825D-550ECED6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8627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7786D01-CCA0-424E-8B6D-791EC204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4342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FEEA171-4828-4A5E-B510-ABC75F0F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862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1301896-F85E-42A6-8581-3FF86BDD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434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7DDB3F-DEF0-4698-9DC6-34964BA1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8627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845FF1-3411-445F-A4F4-23F52BC7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4342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38EB7B2-36F9-4DA4-A2AD-BFB25F8B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862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7A53D5B-5838-434A-A10C-D552ECE8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434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5E645A-C988-4A09-96B5-1633974D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8627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51E6714-6703-4C36-A6F7-1F870506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434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5D7F0B0-92F3-47C4-AF60-DA39A56D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8627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26FC64D-01CF-4713-9B0F-A98C5FD4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4342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BAA9A99-AEF0-4C47-8E29-92D556BA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62375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CCD33BA-8582-4556-94E2-B504EF16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8766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723384-2073-400E-B67B-364B2BAE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105275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D90A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0366BD-C031-4DB0-BA16-A572B193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1624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0A3F181-C073-4E7B-9D0E-0BB58A79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086225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Observation C är Positive; den slår både Treatment och NotRedisc.</a:t>
            </a:r>
          </a:p>
        </p:txBody>
      </p:sp>
    </p:spTree>
    <p:extLst>
      <p:ext uri="{BB962C8B-B14F-4D97-AF65-F5344CB8AC3E}">
        <p14:creationId xmlns:p14="http://schemas.microsoft.com/office/powerpoint/2010/main" val="10926422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69E1EB-EE69-4B2D-A344-7428A540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891FA-6384-4C5B-A1DA-48C98DF8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80E73-97AC-413E-9020-A42BF7D5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MED CUTOFFYEAR STYR ÅRTALET FÖRST.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3D0A0-E094-4725-B7DA-36175D90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Efter cutoff vinner över äldre fynd. NotRecovered blir inte egen LocationType i cutoff-grenen.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8BEEC-97D6-4D37-9DE7-C19913E4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8E5E7-7B22-4DDA-A968-F9478A57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294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Kalla: LocationClusterItemDto.CalculateLocationType / LocationType enum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22B7C-507C-43E8-AFC6-7E908F16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64DD3-A21A-40D9-B258-79AB4A1B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10810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Prioritetsstegen när cutoffYear 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B2AF7-3748-4562-AF6C-64980DFC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1738313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90FF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70529-66CF-4AFF-B354-B9C0D0FA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1585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A5DA9-D1AD-4E5C-B2AE-36D9C20A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3831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IsCluster true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3AFE6-4408-4FED-A86A-0503FE0E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8" y="2047875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45714-68F9-45EF-A6EE-48BABBF9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1952625"/>
            <a:ext cx="1738313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D90A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D1672-B156-4163-BF22-4E011BFD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2009775"/>
            <a:ext cx="1585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ABD3F-73ED-4F72-B3BA-58CD5CAD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2409825"/>
            <a:ext cx="173831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någon Positive efter cutoff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3255C-531D-4B97-849E-C60FBF83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4807F-3227-45C5-BBF6-5EEF8FCA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952625"/>
            <a:ext cx="1738313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7191C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F1A15-BA17-4E55-AAF4-A32C5474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09775"/>
            <a:ext cx="1585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PresentSensitive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2433C-DE99-4EEA-8203-1ECFFFD1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409825"/>
            <a:ext cx="173831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alla Positive och alla Sensitive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20750-DC1A-40C9-BBF1-4BB2AA14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2047875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C8024-D82A-41F0-B9E0-4E3AFA57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1952625"/>
            <a:ext cx="1738313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69B4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CFC386-F935-4147-A30E-EF85CA41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009775"/>
            <a:ext cx="1585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DividedByYearUntil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32A81-7C47-42D0-A362-AF09C204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409825"/>
            <a:ext cx="173831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Positive före cutoff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32EDB-C8B4-461E-A5E2-6BA42B07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47875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D11B3E-6C84-4AC8-944B-11CF949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1738313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806839-F71F-41D7-9A37-78520C21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9775"/>
            <a:ext cx="1585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614F1-A516-47F4-9CC4-F2FBB8EF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09825"/>
            <a:ext cx="173831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ingen Positive, någon Treatment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7E4125-9FF7-44F2-88C8-9B8F677F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047875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21EEA3-B6DD-4983-93EB-ABE752DA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63" y="1952625"/>
            <a:ext cx="1738313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4FB1A5-1599-4EEA-A1BC-002A34FE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2009775"/>
            <a:ext cx="1585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NotPresent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297748-BF2C-4E1B-8CB3-0CE1C155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863" y="2409825"/>
            <a:ext cx="173831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986D86-257B-4CC8-AB54-3C47E494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43B4C2-BE83-4A16-B8EE-1BC4E82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90975"/>
            <a:ext cx="4457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NotRecovered visas i cutoff-läget genom CutoffYearStatus: AfterNotRecovered eller UntilNotRecovered. LocationType blir ändå NotPresent om ingen Present eller Treated vinner.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5686CC-BB3F-4829-853F-2A231B9E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619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12192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3FF38-08C7-4D97-AC36-6148F48E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67150"/>
            <a:ext cx="42767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rPr>
              <a:t>if (any Present on/after cutoff) return Present;</a:t>
            </a:r>
          </a:p>
          <a:p xmlns:a="http://schemas.openxmlformats.org/drawingml/2006/main">
            <a:pPr algn="l">
              <a:def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rPr>
              <a:t>if (any Present before cutoff) return DividedByYearUntil;</a:t>
            </a:r>
          </a:p>
          <a:p xmlns:a="http://schemas.openxmlformats.org/drawingml/2006/main">
            <a:pPr algn="l">
              <a:def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rPr>
              <a:t>if (any Treated) return Treated;</a:t>
            </a:r>
          </a:p>
          <a:p xmlns:a="http://schemas.openxmlformats.org/drawingml/2006/main">
            <a:pPr algn="l">
              <a:def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rPr>
              <a:t>return NotPresent;</a:t>
            </a:r>
          </a:p>
        </p:txBody>
      </p:sp>
    </p:spTree>
    <p:extLst>
      <p:ext uri="{BB962C8B-B14F-4D97-AF65-F5344CB8AC3E}">
        <p14:creationId xmlns:p14="http://schemas.microsoft.com/office/powerpoint/2010/main" val="5953370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8BF406-04CB-4178-A0C8-7528045D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472BB-01C5-49EA-A99E-DC9F7D9D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91406-9E7F-4BDE-AD6B-FF0A7BAC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PRESENT VINNER SÅ FORT EN AKTUELL OBSERVATION ÄR PÅTRÄFFAD.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7F8A2-8FF0-461A-A7CB-9D2A9506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Lägre prioriterade observationer kan finnas i samma location utan att ändra LocationType.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9504E-B25B-4DEF-BAAA-E6AFEDEE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E497B-8808-472B-BC61-F160EE2B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294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Kalla: LocationClusterItemDto.CalculateLocationType / LocationType enum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39CC7-438E-4552-A480-06F373CD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81A0E-6A9C-418D-BF39-A1C481F5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UTAN CUTOFFYEAR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32E2D-A56A-4610-A2EC-EE741C4C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84F7E-DAE7-4F77-B8C9-441E063C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364B9-06F8-4859-9B46-248E96A1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1382D-3A94-4BF5-B852-54EB2DAD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9552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BA411-6F39-466B-A1F4-745C0814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383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D4B0C-9D18-4A5C-A63D-EF5F3751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955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A326E-58C4-43BF-99A9-0087A204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3837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EFC18-8FA0-4A3D-939D-BC0312D9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9552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AFEFC-91BA-4BD1-8705-41C9B431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383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EF27B-AB33-4000-9931-7D4CCAEB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955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41FAF-F23E-4B7A-B4E8-69C9D34B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7F4E2-7F17-4440-B459-346E483D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955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3E6B9-BE79-4F9F-A77E-29E8EB48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3837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5FFBF-85D9-4D40-AB1C-4A0B346A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9552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C28055-90FA-4453-80D3-8094186C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B030F-8F2F-40A2-9376-685B56C0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5BF618-47DC-48BB-8FD1-26007F36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012A79-373C-46EB-8208-8298E7CA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85F5F7-6CD4-4D03-A37B-D28B25AE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955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976171-B50D-47D6-8F8A-B140F0D3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527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750D34-1539-4986-89F7-FAF857EE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9555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699D3F-BB2C-4D00-A78D-410449E6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A7E8D7-F000-40A4-BB4D-F38E77DF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955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06DB37-6234-4F51-A2EF-63C7BB99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527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0B6355-0AFA-47B6-863B-CBF6F7F1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9555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3700EA-D712-4ADB-9B2B-160BA88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5270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C03F11-864C-4EA0-91ED-8DAE9F4B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555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3EED65-4CAB-4C05-B8E3-A9E87517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527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E368E8-5C00-4D2A-A6B5-670D0B5F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9FFBC7-823A-40A6-A575-FC76002B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1F8535-6DE1-4B09-BFA2-7A717FA2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01CD2E-4B62-4F93-A93F-A4EE03F2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900939-3719-4799-B05C-1C4095AC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527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174E49-A083-4273-85EA-2CD82E40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098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7C3043-A3AC-4B5D-A5B0-F991C93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5272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19D57B-7123-42A3-8350-804D77BB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0987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3D93E9-C9B3-4037-99CD-0DCA2FAA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70C8C1-7467-4404-BAC6-379E7F21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98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A761F6-E4DA-40E2-BBC7-3D077522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5272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06F40B-B340-4480-A168-28FF66DC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987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3050EA-ACAE-4D8F-866C-B1A7F019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5272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1BD16E-1BA0-43CF-BFBA-218A4866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987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02861B-B65F-4C7A-A19B-D498E62E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CEAB64-44E0-47D9-B05A-04C983BF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AA4C0B-8159-4EA4-9299-0DC3D9D5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685BC5-191B-4BE9-B79F-C178271A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B7E9D8-37BA-46A3-AC17-020976B7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099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D39791-F2F0-413C-B9CE-EADE61A9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83BE23-5656-4507-A3BC-9160A5B0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EC8998-8B7D-48D9-BD12-CE5A65FC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670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FE8774-0E66-4417-ADCA-122D198B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099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60A4D6-FAA4-442A-AD66-1CDAA372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670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02A911-AC6A-4BAD-95A2-28BA109C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1AD42C-79E3-46E2-B074-B8BB405B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670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87A948-A51F-430E-AD7E-72B7FD66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0990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A2C8A5-3403-4B62-921F-B246CDBD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670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5026CE-6373-4C85-82ED-E3DF52E5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810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20FBDC-EA6F-4B2D-9089-3F5EC463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526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7C423B-BE93-4E82-81DA-11DBC3DB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81275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D90A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7571E4-644E-4D3C-A2FF-F63E1BB9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384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2ECB6E8-3F86-4089-B3C5-49966E1A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2524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 är Positive. Det räcker.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B1EEB3-F695-4186-813C-846B3D57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MED CUTOFFYEAR = 2024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FBEA906-3F12-4617-900E-C4B05D60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20FA475-70B3-47AF-99CE-AC2152B0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9102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33A899-A397-4B0F-AF59-4E32A375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DF7E34-0190-423D-AADE-431192F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9102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D13A96A-D19E-4189-94EE-73208CFB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338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EC63092-0304-4AC1-BE7B-76CDE4F5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910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E597CC2-5AC3-4818-8669-D0FAC80B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3387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5B0B2CF-1B36-49E4-8CA7-1B0C1AF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9102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3B9C3C8-AE88-447B-BB58-08B54D2A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338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5696566-10A8-4AAB-B692-D5974071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910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A8EF19B-5341-4C70-82BA-026C85C9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3387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46043EB-0145-4554-A4EB-9CEB4040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910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9B7A84F-CC36-4C84-8277-7A6B18A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3387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7AA1ED5-6695-463F-949E-525E1C2F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9102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661E6B1-8776-4D32-BB22-A8E6B31F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07E56A2-D4D6-456E-8754-1AA0CB84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56B0E33-555C-4D41-957B-8A15C82A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C62B21A-4F56-466B-97CE-9B709E8E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A918847-B6B6-4552-8993-43D810B3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910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F3972D4-E418-42A3-B62B-408E8A91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482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9AD6DC9-D1D3-42EC-BB9C-DB4F214B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9352122-EEDE-4822-92E9-5AEAB33B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482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25A267E-3657-4989-B1D6-4F40D582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9874E15-8499-472C-8CF6-F595B147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482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7C0D675-F58A-4491-B407-536A67C0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0FE2EE5-16D0-49BB-A6BA-56989E42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4820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3F9A200-B23D-4364-B6B6-9FA664A2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9105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9F472E8-6D45-4822-A66B-E27493F8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482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90F294A-5C3E-4C91-BE47-BBE948A3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2D4BCD8-C84B-4875-986B-6941C034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CDD224F-8F0C-44B8-A21A-E802BCCF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DC1A008-E19D-4D49-A12F-B8E1C459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0537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3691383-068E-4EC2-891C-A74167FC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482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813E607-1868-4606-B564-C1530E0B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053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3A1FAB9-2F55-4F7C-AB20-E61380F8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4822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080AB36-669E-4A68-83A8-9EE063F9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0537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F2B61B0-1307-40C0-814A-6A81D645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D2E62F3-2518-4F30-9163-BF7A4E68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053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33816FE-BC6A-4E3D-AAAC-B3529FB7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4822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4845A6B-3DE1-4A14-BBA2-329C3B02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0537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72FE08A-7473-4C6D-AEDB-6E6BCC95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4822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2E27E48-0254-4BC5-A7F0-3F615CEF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0537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A06FCAA-C5C3-4621-9473-24119E03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0AC6C99-33A0-47BA-9FF1-AE12122A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91C5767-E0B0-49CD-BDC4-E8299FE7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B0FB09C-752A-4F4D-AFB8-D529BC01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00B9847-34C8-4CAA-B235-A5F8433C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054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EDF9816-00A1-48F9-95DE-2A931F0B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625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745E66F-9D82-4418-8D23-8314648B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0540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AF9DCD0-B283-4D28-BF0D-EF371E4C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625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AE0EB5C-AF47-4E73-BF05-E9558852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54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2361CC2-F82A-4D72-8C9F-7E22171C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625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4D52299-156F-46C5-899C-0C02BAED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0540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3FEAF72-6F74-417B-B9F9-8B86CBD0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1625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9F141F6-ED7C-4056-9CF4-1F0A8370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0540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2D9A749-6F29-47AB-8376-B1321EDF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625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968C3DA-16B6-4E99-9F22-AB57ADD9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4810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711677E-4717-473A-9D7A-8ED07AE4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481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279775A-2DCB-4690-A0F9-F5A7249F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76775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D90A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A04F3BF-32E7-430E-9483-364E05DA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339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089C679-5A5D-4628-9BF2-EAD448D3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57725"/>
            <a:ext cx="2524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 är Positive och EndYear &gt;= cutoffYear.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5E9D0BE-7817-4837-AA30-543D42DB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72075"/>
            <a:ext cx="45053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rPr>
              <a:t>CutoffYearStatus = After</a:t>
            </a:r>
          </a:p>
        </p:txBody>
      </p:sp>
    </p:spTree>
    <p:extLst>
      <p:ext uri="{BB962C8B-B14F-4D97-AF65-F5344CB8AC3E}">
        <p14:creationId xmlns:p14="http://schemas.microsoft.com/office/powerpoint/2010/main" val="15398585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7682C-62D0-470E-87DD-077F2C63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7D5FE-0259-4C00-86B7-D8085340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C58CC-5980-426E-B499-8376836C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PRESENTSENSITIVE ÄR EN SNÄV SPECIALREGEL.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EC4DB-451E-45EA-BAC1-686FCF2E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Alla observationer måste vara Positive och alla måste vara Sensitive.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8FB4C-A391-490F-8B64-7DAB3BD0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3AA5C-906B-4C2B-BE1A-3B5EE06F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294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Kalla: LocationClusterItemDto.CalculateLocationType / LocationType enum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8A1B5-E55C-49C5-A34A-1C3718CA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BD64B-46BC-4EFF-9CE8-D9495EE5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EXEMPEL SOM GER PresentSensitive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3BE8D-53FF-4310-B075-27436773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FE6F2-561B-4EE3-9666-6C440EA6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A3455-4195-489A-99C8-AA1275DA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486A3-9B12-4CE9-AE3B-A5292E7E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996BA-ED95-43C5-A159-183D05EA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0341D-8D04-4442-B6B3-88F1C9B0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431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479BA-70F3-4664-90A1-71112847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0D6EA-6273-432D-A3C5-ED71E7BD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A455A-7A40-4E65-B464-FB96D98D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A45CC-0256-4FCA-81D7-3FA10595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E6533-ED75-438F-942A-80C8CD51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93BA7-ECAA-46B8-96CC-0B85DDFF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431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ADC9A-F8FB-458B-B13F-29B9B4C6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8600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A1F48-44A8-4822-AB14-3B6FDDD5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5CA0CD-5404-4996-B194-E8AE7E36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71BB7-5A62-4CC4-86B9-A112290E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FB0C50-C958-4B38-87AC-2CF41C76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58FAE1-2C78-4179-A9DA-B8F912AB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CDEE32-7DE7-4CA2-92D7-80BFED5D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431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E1DB1D-7F5E-4881-B182-C5DD1A0B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003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EA45F0-7AA1-4E9F-B6DF-3E2CAB45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4317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51BA49-C2ED-4691-97B7-91A41204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0032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F65883-C946-4F53-A169-9AD4F0A9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431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54ACB2-762A-4DB9-BB93-3D698B93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03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0B5187-700A-4376-83BC-9A5A7496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4317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7B4D5E-4AED-4D1D-9DAA-2A8CCD1D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00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A9EE74-70CD-4D65-BEEE-42377415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4317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4589F5-0FC1-4ABD-9711-B698CC3A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032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233EB5-C8B9-4BDC-8373-34322AA8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2B9A5E-73B6-4500-BFB7-2FE73E3B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D90743-04B4-48D0-AC82-71A6D0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5D016D-D7BC-4A82-9734-C1987850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697E0E-81DF-4AFD-8217-1E8ACC62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EB867D-662E-4F0C-828F-3E890CB5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575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495385-A38A-4B30-8662-479F6058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035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2D5D3B-9AC1-4431-9D29-9C3DD451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96AD07-1A41-497C-98F4-E3B89CFA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202A98-8554-4CA8-B81D-5062D33B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0B4256-2048-4E87-ABF1-20B1ACC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D1B057-9843-45BE-B683-4D0213C0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5750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305506-E3A9-46A1-8DF8-9C421F4D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2C6873-3FCE-4CA5-93F6-E72B5DF2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4B0133-23FE-4E98-BEFB-90BC34D0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810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D69EA7-A88E-4E7B-85DA-81A709B6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A4CFF0-B943-414B-A188-DB93EBAF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7191C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1485FF-781C-4F5C-B584-789D548C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PresentSensitive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191741-B2BE-450F-9616-861BCD8E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2524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Alla är Positive och alla är Sensitive. Gäller både utan cutoff och med aktuell Positive efter cutoff.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E694BA-6D8E-4BE2-A5AA-AF729542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NÄSTAN SAMMA DATA, MEN LÄGRE RESULTAT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EC3B94-E7C9-47ED-948D-7E1BE484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A5A0CB-3AEE-46BF-91C5-D5757F23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D28717-0804-4059-BE72-8501DE10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5E6A3B-20E5-4ED7-8F28-726A7580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9E9E25-C3D4-41D5-84F6-9C3C60CA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9F6590-A155-4917-A022-16420E4E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434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5EEA6E-7176-4E65-AAE1-4F9A193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5EBAF05-D104-4C89-9D1B-E2243EAA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4230D4-B1D1-42F0-AC32-109E3727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862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7333220-B855-454B-8EDA-E32DFF59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434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13D4CB-09EB-43B2-AD7A-F3DB53E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E82B80-A09F-4E55-85E3-3DA6C74D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4340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FE08336-B83F-4606-87F2-21AC3094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8625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AFE1D1-607E-40F9-ABEA-91EC4438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399FCB-FD86-490F-98CB-29D968AF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D81E567-7726-4222-B0A0-C86BF01B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16B6C2-4D81-481A-AB1A-8679DC79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3BF59F4-1F65-4A21-AC6E-EA54270C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0057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FA1A83-9214-4EC4-B3F9-783EBB15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434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3D8C2F-B05E-4170-B672-39AE98E1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005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F39BD85-D8FD-4B1E-9491-A817B3B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4342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988C9CA-0B26-43C4-996D-E4AF152C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0057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2451292-3485-4ACD-83F9-C98A1E13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434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1CC00D4-978E-4A3F-9011-59969B3A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005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069AC5B-F804-4486-BF03-65DDECB6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4342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F6B399A-108C-48E1-8A53-D48A963F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0057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8B3A99E-E9DC-48AB-AF13-085E859D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4342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DAF919E-6965-4B8D-B74E-12F89A09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0057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FBB1F87-7980-4012-BD6F-01C3A9EB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26E40F8-4E5E-4244-A23A-6A489868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B5F685A-BFE9-488C-90E1-15D265FD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CF5ACE7-CA10-4386-92AE-8155FAE9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307D8B2-E922-426C-937B-8C7F5DFF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F068EF3-F263-41D1-925B-6B842064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577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A01FE33-5593-41EC-89A5-4025C826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1540393-A6D2-4644-A3B0-9DF1A742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577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22F4EED-A950-4C2F-B179-ED4E5142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46819BE-2D92-4756-91C5-73928762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D3C11EB-D18B-4690-B439-3BF2F36B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F267D72-2156-4C1D-9E33-F0705C55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577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0465C3E-8BB6-45BB-9A16-61650CD8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0060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D83A3BE-5174-4AEC-86D1-73A49C00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577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BE92324-924C-4852-B84A-E721EA1F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810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E8965A9-373E-4D22-AA30-3CB2752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95C2ED6-1C1A-4C90-904E-4ACB9927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D90A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4D6C13E-2AB5-48C4-B457-040A0ADE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BEEB0CD-906D-4B08-8664-0984662C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0100"/>
            <a:ext cx="2524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En enda icke-känslig Positive gör att all-sensitive-villkoret faller.</a:t>
            </a:r>
          </a:p>
        </p:txBody>
      </p:sp>
    </p:spTree>
    <p:extLst>
      <p:ext uri="{BB962C8B-B14F-4D97-AF65-F5344CB8AC3E}">
        <p14:creationId xmlns:p14="http://schemas.microsoft.com/office/powerpoint/2010/main" val="3017860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853043-0CC2-43A4-B26B-8AC06521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17028-0FFA-4F59-BBC8-6786FB1D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937AC-54C0-482D-89B2-4E009AE2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TREATED VINNER BARA NÄR INGEN PRESENT-SIGNAL VINNER FÖRST.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63BE9-2AD9-4B18-88A9-DC3B0B3D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Utan cutoff slår Treated NotRecovered och NotPresent; med cutoff slår äldre Present fortfarande Treated.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1EB1F-ED85-40A9-9BA9-25B0C61A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D69AF-A748-4012-A8E1-7F8C8890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294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Kalla: LocationClusterItemDto.CalculateLocationType / LocationType enum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B0920-13AB-426E-ABBB-5BA2A8D9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D5779-A5DA-4758-9BE7-7B3A95B7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UTAN CUTOFFYEAR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D4BD0-BE3F-4911-8EEC-6CBC184B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4F952-A51F-4824-83DF-E9956B0E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A8481-306C-4D51-9212-75471D94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6A512-369F-4009-8515-5B3B7AAF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985BE-F0E1-4F78-A99D-06B029D4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A96A6-922D-44FC-915E-C08D213E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431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C8FCA-7DA4-4321-AF50-E196C4F2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F51F4-8100-4C6C-9446-544E14B7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B5589-7E04-47DC-BC2E-D396E8CF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167CE-D154-4E6A-B521-9516829D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5474C-1A41-412A-847B-2EA00E10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5988F-6DBC-4783-BF11-BC64DB1A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431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846D5-EC2D-43C1-B805-4F1AB161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8600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1F43A-7C01-4643-9B4C-A4CDC50B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B0AF4C-BB2A-421E-8132-E0ECFEEC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15B08-3653-4960-B23A-11107BF7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C3650A-9983-4B52-9C13-8659C934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5D0095-60F0-4CC0-9AC2-223185B9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2766F7-4398-4984-84F2-6D43D15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431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4A27C8-EC1E-42D8-901F-7370EE1C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003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A3D496-2735-4391-96E4-55972EC1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4317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90BD07-3FEA-44E6-9E19-7E53FD4E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0032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855220-EBE2-4F59-A1BE-B100A04C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431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37A7B8-8F51-440B-BC8F-53AAA31A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03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1085ED-38B2-4073-A356-58760DC1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4317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91608A-FBFA-42C6-9602-AF8A6713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00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D4FA36-3088-41C7-B66C-0DAC049F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4317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4DC8AC-6065-442E-9252-EEA05050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032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2421E2-F773-41E6-8784-DD00EB8D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E1E822-736B-49AD-A61E-F6D8F114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0CA034-B031-4E0A-A7F7-87BBB4C6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AAA64E-1736-4ED2-81EB-63504E45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5CA99A-7261-4554-ABF1-875264F0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E5976B-01DC-4B41-8F63-E30D36A9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575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55D80E-A2C1-426A-8343-DEAE9F95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035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6D71DA-39A4-4D33-9D64-B3BE22F2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C5634D-4F89-45B3-ADB2-13C16DE7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E14BC2-F5B3-4E33-8163-0BF7B56E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9DDAB0-7D47-48A2-BB7E-13581DDD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756BB5-F8A0-4DD7-A6F9-B6A5B57D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5750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794312-F485-4B18-9B9C-7F190119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299066-393C-4886-BD5B-D112542F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C478FB-FD4F-49F4-8014-86BC098F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810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9AEE89-0D96-4A06-A0A2-B32F597A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3AED56-D514-451A-9C7C-5C6E82B2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FCAEF4-3BB3-4F12-88DC-393CB529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61BCBE-DE4B-42BA-9DBF-FD4BBE3B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2524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Ingen Positive finns. Treatment slår NotRecovered.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1E801A-5304-4044-B141-04973A13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MED CUTOFFYEAR = 2024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B6E174-96AF-4D8B-A014-128A7877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F06A3B-6FAD-44C1-A6EE-B928AC61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B9F4F6-E6C2-42A4-85FA-D0BF999F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726161-3726-41FB-8C24-6E3FF94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6327E7-17B4-4390-A48F-7A99368B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CA0CE9-D797-45F7-88A8-FA6DBD40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434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563E0D-1A2E-4841-9224-1A9FB1D2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EA2374-ED81-456A-96BF-9226A1CD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E57CDA-B346-42D4-B01A-ED60297C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862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24A9D3-7576-4105-8E55-6BCC38E7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434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43E8D8-D29B-4F6B-8736-F2D3E35A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AEB150-94C8-48D9-AC9E-D98AF4B6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4340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6B6C98-050F-4A6D-97CC-9D4E2E35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8625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9DD3EC3-A12B-40A4-8912-3C2977BF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9A44F04-9A26-4575-B01C-46104201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11E24DF-1FBD-4593-A303-D2DEAB41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5E6C028-360B-48F0-880A-0B27EA1A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3BB4FEB-D657-4B2D-B394-F4928F24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0057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EC7B67D-A2D9-4435-8FFB-939C1B9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434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723CF3E-145C-434E-B8D2-177ED9E5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005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EDA764-C72A-4B97-9A38-CFEB7EC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4342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F475234-1832-4D76-B3EB-B636CB99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0057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251B6A-6F9B-4F09-8FE9-426EAAA2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434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8175F6-4A4B-4B50-AD4C-BEFEC48B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005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CC8EDE-2840-490A-B77B-5B205F98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4342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4C7B948-87B4-482C-A00F-0EE7EFD3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0057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86BAC38-8F36-4ED1-BA5D-2AF656C5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4342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0D60030-F486-457E-A374-8A57C1FF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0057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7248BE2-CB10-4D86-9595-13D7D328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2C4CBE2-FBA8-43D3-ADDD-0E5E7404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B834BDE-C10C-4DC6-A33B-585DCBB0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DAA9EEC-5AE7-48A8-915B-CF752D14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DC4438B-FD66-4577-A0E4-7D283489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733143E-EFA6-43C4-A544-3771034C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577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22E3410-BC9E-42EC-8F81-7597E72D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D28EA50-C272-4E39-90DB-69E283A5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577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EE04A5B-3B3F-4F24-9C8B-23101046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8A1D4D6-F523-4CCF-B445-BC1AD1EB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90AA1E0-73EA-4029-B58D-E61C03DC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4F8E65-5566-4D71-B587-D0D3839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577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7563F07-6C49-4694-8712-26B227F4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0060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9E332D4-89C6-47E2-93BE-DF969188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577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C351BD4-F622-422D-AAB5-9BC7381F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810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D3C8574-1F7F-41FD-861A-36F025E0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0FDDF3A-7DEC-4DEE-AD81-644410FE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9B4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E1A7FC4-C33B-401C-9882-E7B6337F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DividedByYearUntil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F1211E7-8E6F-4169-A6BB-02483558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0100"/>
            <a:ext cx="2524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Äldre Positive före cutoff testas före Treatment i cutoff-grenen.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6068657-73F2-4839-9D53-9BBE89C0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24450"/>
            <a:ext cx="45053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rPr>
              <a:t>CutoffYearStatus = Until</a:t>
            </a:r>
          </a:p>
        </p:txBody>
      </p:sp>
    </p:spTree>
    <p:extLst>
      <p:ext uri="{BB962C8B-B14F-4D97-AF65-F5344CB8AC3E}">
        <p14:creationId xmlns:p14="http://schemas.microsoft.com/office/powerpoint/2010/main" val="19199340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998DB2-31BA-4E7D-9EFA-A3DAA045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CD30A-C908-443E-8C1C-02D85000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C3182-3EDC-4310-B4F0-09D7698D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NOTRECOVERED ÄR BARA EN LOCATIONTYPE UTAN CUTOFFYEAR.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E3846-FFE5-4ECE-B712-B508B20A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Med cutoffYear sparas återfyndsstatusen i CutoffYearStatus, medan LocationType faller till NotPresent om ingen Present/Treated finns.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327DC-30C5-437A-B90E-F77B4CEE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E190E-4C8F-4BAC-A67D-4DE19F04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294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Kalla: LocationClusterItemDto.CalculateLocationType / LocationType enum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5BAA2-0EE7-41C2-9361-75BBA328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DAA57-CD38-4F36-B058-2F40C721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UTAN CUTOFFYEAR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1991D-7C4A-42FF-BF3C-A1825850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27CD6-EC79-46D0-BF37-60CC0724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3FB25-7FE9-46C2-8A76-310E351D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24ADA-D95C-408F-902B-B8ABE5B8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34F74-4BF6-4BAF-8244-EB9B0C20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9C463-7C3A-46FA-9EB9-27C2E5BB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431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E3B62-CD4D-4645-A0C4-BA9C764E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F8331-2DD9-4D50-86A2-9DD76B81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150B3-7A89-48BE-A5BD-46E3BE58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4A2CA-C998-4B46-968F-F160E131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831138-7E81-4E25-A484-91A51FBB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EF3B0-559D-483F-BA78-72814A23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431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38DC5-920F-4986-A9B3-7AD19926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8600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372A4-D771-4EF3-BBE1-4BF32E2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05EDC-8F44-43B7-896A-E47FA034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D2928-3F70-4F4F-A776-A8C25AAC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D2159E-F573-4FE6-99D3-5EBA514D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2E9B94-6558-4E43-B488-0E19CFCB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B7D804-314A-40C0-8E44-C397B64F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431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65EEC1-83C1-4919-8669-1BCFA263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003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9567C0-30A2-48D6-A396-40CE9BE2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4317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C56A20-74EE-497D-AE83-1A65814C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0032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1BC1EC-759B-4299-ABF7-5A952D6F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431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4B284D-B703-44C9-8CDC-5774EBDF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03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0DDE0B-7114-41D0-87B5-08360AE3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4317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0F418C-87D4-4B39-8EF6-D6DE77A5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00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24203C-95A5-4D19-8189-D6E598B1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4317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A9826D-A267-435A-A2E1-48022AC5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032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3152D7-2A5F-49FB-9E6A-7FE6E9D9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DB540A-9F46-4986-BDB7-D11F5E1C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AC1B62-0534-45E6-AB30-A3CE20B2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AB5209-037D-4E8B-A600-6509329C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94E7CD-EB4A-4BE8-B277-D873AB97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C0F591-68EE-4763-92A3-865E64FA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575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6E93AF-C09F-45F1-BD50-48199098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035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E3CF16-82C6-4A70-A7D3-228EC452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F91CFC-26B4-4226-B6D2-2C09AB95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0E9113-E057-43B5-957A-C840DDCA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3E8979-B1E2-4285-8816-351FE29E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13910A-B01B-47D2-BCE7-D9A09716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5750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8DDB86-2CF2-4B92-8D8A-496185C0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3F9795-3BF9-47D2-90E7-84200396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59E7CB-082E-45DD-B9F1-89327E43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810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0FD0C7-0785-4DCD-BCBB-3C4C950A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B9B330-B3F3-4E46-9431-B1C758A3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A8A8A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D09134-8B1F-4E58-A8FA-D69AE427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NotRecovered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DAD90A8-8E8F-450E-AA97-EA47CDE2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2524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Ingen Positive eller Treatment finns; NotRedisc slår NotPresent.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550D81-3FC9-4BE3-8414-D8428B04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MED CUTOFFYEAR = 2024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3493B2-CC1C-4E1E-8F20-3BA9C064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BE5D5F-46AB-4769-82FA-3F07CA39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F8DAC2-CF33-4590-96C9-96F2B910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49DD8A-3D6C-4A08-ACAA-7FFE2503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95554D-F365-49A7-9603-FB771315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ECF7C9-11B9-4A10-A976-8EB42A72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434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200889-636D-4CDC-ADC0-6AC015EC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70C238-39B6-450B-90D0-36A5D5F7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469FDA-6900-487E-8213-77A624E0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862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FA81AE-52C9-485F-A604-4D5394D5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434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656172-ABC4-49FE-A447-DF4C358C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A8B9A0-F4B5-4AEF-ADC0-EF7C7B64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4340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EAC206-4121-449F-A712-7F33D65E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8625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A2417A-3733-4990-881E-156D5FBB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6686257-8E76-4F47-B399-085D9E84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5D0CBF-ECA4-4360-A514-7D8CAC30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00CEEE-F2F9-40A4-A39E-AACACC19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4166923-DE9F-4D24-9EA6-3DCF45F6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0057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25F258-237F-4687-B2FA-34870B6D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434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3EBEB06-4B8C-4606-93E6-3C0511AB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005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1FFC1A1-FED5-43A5-B335-EB2B47A8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4342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B18140A-A6CF-428B-8C2A-2FA3FD9F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0057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5C526F-7F6F-4781-8EDD-6603F7DE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434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4E7B216-5F12-46F4-A227-F29C3DE7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005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37ED73-B0D5-4521-A089-E6B2ADFC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4342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CE4A6D-B28A-418C-A06C-447925A5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0057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A3A8365-7297-4160-BA5F-7D04E8B4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4342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10F165-0CAE-41C4-8498-6F736C90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0057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E6B5727-FB2F-4BFA-A132-14415008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4FBA051-9FEA-48B7-9E54-E66BC1DD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1D752E9-036B-4C91-A4AA-AEBD9D6B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77B57AD-E393-4D8C-9F14-34E04BE7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E87D5E7-AA74-4025-BF5A-C24186D5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D205E96-033C-4E49-B0AE-3741D58F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577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5F4132A-F792-43C2-A92E-686626A3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4C4DDB2-9B35-4022-8DB7-1EB6B1C8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577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3FA769-3DD5-4341-A69A-D8C69B6A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A314AE8-B600-4C74-A4C7-8C02E2E4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2024AEA-AC18-4869-A8A6-7E94A463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EBC560C-D9A9-4B48-868F-03CDE231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577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3AA0907-AD09-4D5F-9A9D-09A2D30C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0060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4979135-0226-4769-BE4D-A2BC7141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577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D5E6C8D-8F31-4CEC-9561-535209F4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810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095385D-2B36-48D8-92F8-8732095E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017D004-C9BE-4495-922A-7371EB0F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087D19A-D066-4C50-B916-45C42467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NotPresent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053CC1D-7223-4D17-8AE6-33AA868B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0100"/>
            <a:ext cx="2524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Cutoff-grenen returnerar inte NotRecovered som LocationType.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F4A51C7-ACBA-42EB-9C9A-4E24B958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24450"/>
            <a:ext cx="45053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rPr>
              <a:t>CutoffYearStatus = AfterNotRecovered</a:t>
            </a:r>
          </a:p>
        </p:txBody>
      </p:sp>
    </p:spTree>
    <p:extLst>
      <p:ext uri="{BB962C8B-B14F-4D97-AF65-F5344CB8AC3E}">
        <p14:creationId xmlns:p14="http://schemas.microsoft.com/office/powerpoint/2010/main" val="14287304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E9D3B1-8391-4D14-8CE9-3474075F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8ED3B-924F-43B6-A9F2-401E3FF6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BD27C-2438-4789-B89D-FB429E20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NOTPRESENT ÄR FALLBACKEN NÄR STARKARE SIGNALER SAKNAS.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61BFC-0B97-4202-809C-36AA6130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Enum-kommentaren nämner NeverFound, men den aktuella koden kontrollerar inte NeverFound innan fallback.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B02CC-DFE4-4DBA-B8F1-8E5E5FDD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2AA9A-7EDC-4F2D-B9EC-C083CEB9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294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Kalla: LocationClusterItemDto.CalculateLocationType / LocationType enum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3ADC7-E079-4CA3-8601-2F2C3F37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BE951-06A4-4AA4-A066-73E91B6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UTAN CUTOFFYEAR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C02C1-3287-47CF-A159-8AC909CD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46E04-D135-46AD-BD81-A75D666C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B172B-9953-4194-8B35-B357A3FD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51911-6688-4606-8830-2436F9D2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352FF-0B63-44DE-899E-1CAE423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B70E3-7EDC-408C-8A49-060F45B6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431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5595D-F434-44E7-B3B1-AFBBA944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B4017-DFF9-44A0-9BEB-0774B329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4A57D-4801-42BD-A95B-AC3D229A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8B40B-1C88-4519-B541-56958DDF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2B7413-762F-4F13-A9D5-369F0E8E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87B4B-5CC2-409F-98F4-FCF9E21C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431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4A0A9-8EEC-4751-9C27-E6352974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8600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16488-B6FD-4174-BC21-445ADDEE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949B5-084A-45DB-AC3A-B365ACF6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006C71-6B3E-4923-84E9-1DDB7B47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9C76F-02E4-4EDA-8724-16927C89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A2336C-CA90-4858-B42A-38367703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41D76-098F-49DE-B80D-FD7960F4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431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A6843C-504A-4D91-A4A9-12909822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003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50564C-D614-40F8-B7A6-7E5F1C27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4317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40F9B9-2E1A-4CFD-9953-6B53109D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0032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0FF015-3834-4553-93B1-158075A3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431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6CB8E9-58D2-4BAE-87ED-0FCFC626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03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7EA4D0-A94F-4F75-B852-BCBEE222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4317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915895-FA55-44AA-B616-3F9B6F59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00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621664-7F4D-484E-8678-A3B6B10B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4317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722F19-6CB2-4935-B69C-DE2B7F17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032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447A0B-76E1-48F5-9838-3F8B4E08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BF209F-86B5-4EA8-80D5-07F921D3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483F5B-9B35-4BA1-80F3-8ECC347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F1A63C-D10A-44B4-A92D-6E2CC714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311000-5869-489B-9812-1B55C333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8D28C2-3A0A-4379-B2B8-51499FBA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575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835478-A463-44F1-9F43-25BB87FD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035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009A6E-8677-483F-AB4F-3D445899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74D579-7AEA-4341-96E3-B02868FA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A9B53A-1775-4336-A048-1593C950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E48210-E53B-4BC1-97FA-9FED4543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5C6B03-5C7E-42B1-BADF-5416BE62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5750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0CBD83-1F3A-4DF8-980C-762860CD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9CAA80-9C0C-4487-AB12-02FDC1B9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3248BA-60C7-4F32-A29E-0C931469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810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69CC03-AF62-45D4-BD5B-E4BF9BC3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237636-AA52-44BC-AD00-CEAD5D11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C15174-0079-465A-AA77-70CA9434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NotPresent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B757B3-B079-4731-B261-5F156794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2524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Ingen Positive, Treatment eller NotRedisc finns.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0CC02B-9F2C-43C6-8FD5-27A1EAED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MED CUTOFFYEAR = 2024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41CE56-E8E7-4869-8B3F-4D39BCE1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64B5D8F-724F-49FA-9E75-3224810B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F81E6C-7690-40EB-A2EC-6B7EBFA4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79C105-8820-46F9-B92F-BA68CF72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3FB1BB-8B45-4754-943E-08B1DD13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F19DAB-4894-44B1-87EB-1832A5BE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434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440C62-4933-4381-A648-0A90E450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B248F8-EA33-4633-AB69-DAD49CCA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A93C287-E4CE-4BA4-BB4F-09FC397B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862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0F54295-D35F-4700-B1DD-F35D007B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434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64230E-6B84-452E-8F61-71685281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6ED691-A290-4AE8-B8FC-22ACD6CE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4340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218B5A-2FEB-462B-B4C1-2BABD469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8625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D771A7B-FBE8-43BF-971E-D3D36FFC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6F5875-8496-4C61-99C6-F0D8153F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5C39849-52E8-40B0-AD24-58A6D829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DBCF4C-639D-4C0A-8B9D-08A14F59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E584159-7CF2-4F2E-BB72-D27F7090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0057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13B6835-ABA9-4207-9CE3-6762B7F2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434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F6CA871-49E4-4D21-9CB6-FF9BFBB0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005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B62311-2141-47F9-A539-E351CBF6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4342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9AE408C-4E8C-4888-A648-C02914C2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0057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65CEA65-6124-48A2-981D-60B8A612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434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4E9E5A-84BC-4628-AC22-1CD50385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005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8C8596E-D7A4-4525-9858-314D156E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4342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E415A06-B5B6-49F4-8477-86A201A0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0057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20A9278-51EC-4B2A-BAE3-B3A22CE7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4342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62E76D4-5152-4ABB-BD1B-882229E8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0057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C5D4C53-56CD-425E-B924-BC2D9705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029E170-A613-4BB1-9709-1F2B9999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9692893-B455-44D2-AD7F-56800EAA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6210387-60BA-496A-9553-E8F748C2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9D1CE30-29FC-447A-9B6D-F457A992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006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7EA486A-E6ED-487D-A970-1F62E72E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577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C44EFCC-CD39-4A0C-BA2E-ADE67982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0F92915-35E8-4BFE-9663-375DBFE9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577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E12747-D428-4232-9BCA-EA4AF479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A0A7541-4FC3-497C-B4DD-7B5390EF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1A98493-641E-4747-B05F-65129511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C7E399B-80CC-49C1-8319-5752B1C1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577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23CF6F4-F549-4C8A-94F0-CE6120B3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0060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7F9B463-A04A-4B84-B66D-919893DE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577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837178-A37E-4EFA-ACD7-051BF905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810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3308509-9710-4C2C-9D45-78F2CFB6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8E25BE-B4E9-494D-8745-652B638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756F6D0-8A6E-482C-892B-FA47EDD7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863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NotPresent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F625B58-6B18-4DBF-BA3B-B6C46E5D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0100"/>
            <a:ext cx="2524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Ingen Present före/efter cutoff och ingen Treated.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8E0F752-F225-4591-93C2-B009FD48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24450"/>
            <a:ext cx="45053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rPr>
              <a:t>CutoffYearStatus = NotPresent</a:t>
            </a:r>
          </a:p>
        </p:txBody>
      </p:sp>
    </p:spTree>
    <p:extLst>
      <p:ext uri="{BB962C8B-B14F-4D97-AF65-F5344CB8AC3E}">
        <p14:creationId xmlns:p14="http://schemas.microsoft.com/office/powerpoint/2010/main" val="14797962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3F422C-BA67-42FF-A1EE-B942AB7F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F1BF2-7BD4-4E7C-8B8B-6B0D4D12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E3ECC-3A47-4D48-AD76-3F8747FB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DIVIDEDBYYEARUNTIL VISAR ÄLDRE FÖREKOMST NÄR CUTOFFYEAR ANVÄNDS.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0087A-5713-48AA-8625-D27780B9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Den här LocationType kan inte uppstå utan cutoffYear.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50FD0-B242-4186-90FD-E715F478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6AFFA-8E6F-48F4-A15F-1BA46B5E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294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Kalla: LocationClusterItemDto.CalculateLocationType / LocationType enum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CE775-CC86-4E96-8924-B0909C88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5E9AF-F4F8-40D8-8B73-C9BBE07F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MED CUTOFFYEAR =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DEB29-A5C3-4BEB-AF9D-1F45A50A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DA766-7F00-4FE6-BFCF-FFF1E09E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B34DC-1379-4892-AEB7-262F7F8C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BC6B1-75C7-48A3-AFC3-AC432E65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9D92E-B612-448A-831F-A582701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83F7E-B912-4A47-8784-5558FB96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431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7C432-1D38-4540-9080-2ECE6363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7CC71-6546-4076-A202-1B89ECC6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EF43B-44D3-4E63-9CF1-1F1309A4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2A1CF-125D-4BA8-AC9B-DFE28693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NotRedisc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6BDFC-B528-4A39-B7B9-6CFAEC64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FFE4A-17B1-4E21-8530-782FB0FC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4315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NeverFound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94982-9231-42E4-8BED-4681743D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8600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E3415D-92C5-43DF-9A2C-48EF4A44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EndYear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AD0B38-DD99-4860-AF4F-3B38CDB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401D75-5C80-4F60-B0C5-6E3316E8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19FEF-296A-457F-B445-B15CFCAF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94A3BE-FDF5-4942-B714-0BE18924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C796FC-A063-4EE7-A004-5B26038E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431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409080-0ED5-4B0D-BB33-E051EB37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003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923463-8874-476A-BC6B-C79D21BB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4317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3A1119-B494-4899-984F-696EDBFF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0032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D0DA55-5FB9-4485-A3CC-595DE40E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4317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6E919C-5104-49A9-BB25-DFC381DF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032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F3BA07-7B5B-4B3E-BE60-6787A03C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4317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AF2924-FF5A-4771-9D95-28E215C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00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97BAFC-A1F4-4C7C-967F-91728D20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4317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AC40ED-C78D-42D5-840E-876E2034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032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2018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6A2573-BC63-4749-8B1A-A7D3535A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373D6B-E134-4E28-A2B6-893B4B80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268EAF-34F5-4C6F-B268-E8FEA8B6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5654E4-ACD7-49C4-9FE3-FED3D429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B08F28-FC1B-4144-9B23-3A831AEF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66C1A8-F748-437A-A80F-E085C326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575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E2F574-9D7B-4566-B0CF-3BEE2961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0350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5A34B3-4DC7-4A2B-8E9A-6F54A100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75DA4F-3E1F-4B36-8D00-80DFCB89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404908-4674-40EE-891A-1CAA73DB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15EBFC-97CB-48CD-910D-1D7C30C9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2C48E4-1C47-4668-933B-01FCFE04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57500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9362E3-9797-4FAE-9197-0401B879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40D09A-D5B2-4910-A53F-8AA1CA92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B8ECC2-1C05-4B53-95B6-6E00250A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419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5B8DC9-E443-4BFA-9427-8610D784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342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3B939D-D042-4267-85AE-509495B0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742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FD8B58-E0C7-4FF2-9E8D-9F008D22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666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5B4017-4B11-440C-8896-A041C193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575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F13CE2-E6CA-4881-9367-F7D5F1AB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146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BAF436E-8B60-454E-A6CB-028F851C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838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DC0D5F-23E2-4402-88D3-A6C96A54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14675"/>
            <a:ext cx="7620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CCB3B98-39AD-4A36-8833-6AB9BD60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57525"/>
            <a:ext cx="781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4AFCCC-5729-443E-B91A-D9575999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14675"/>
            <a:ext cx="7048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C98CE8-BA30-4BD5-B392-61D1383A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5752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3CEDA4-76D9-4BBD-9A0A-0B20FF7E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1467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7A4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7778EB-A734-4AC2-ACF2-AE4EF81A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57525"/>
            <a:ext cx="685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C0764E-5B0A-4D09-9D13-A7FC4A2D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14675"/>
            <a:ext cx="609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84A5D07-7402-42EA-BD56-B341FF16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810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898366-87E4-4B90-B7D8-90505DC3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854070B-A9B3-4338-AD8D-376B8051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9B4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1D88F3-15D4-41FD-AE8C-5398AF5A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DividedByYearUntil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E6FD63-94BB-4A86-80C1-DED0B28F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2524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Ingen Positive efter cutoff, men A är Positive före cutoff.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1C6A8BC-5365-44AC-8060-AA168C6C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45053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875"/>
                </a:solidFill>
                <a:latin typeface="Aptos Mono"/>
                <a:ea typeface="Aptos Mono"/>
                <a:cs typeface="Aptos Mono"/>
              </a:rPr>
              <a:t>CutoffYearStatus = AfterNotRecovered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24CE48F-4F3B-4753-A1D4-113D584C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458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8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D61B05-4235-4BEE-A368-3F8DD79C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15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Om det finns en Positive efter cutoffYear blir resultatet Present i stället. Om det inte finns någon Positive före eller efter cutoffYear kan Treated eller NotPresent vinna.</a:t>
            </a:r>
          </a:p>
        </p:txBody>
      </p:sp>
    </p:spTree>
    <p:extLst>
      <p:ext uri="{BB962C8B-B14F-4D97-AF65-F5344CB8AC3E}">
        <p14:creationId xmlns:p14="http://schemas.microsoft.com/office/powerpoint/2010/main" val="19864156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A4E19-07F9-4501-A0CF-2E57EEA8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58F10-F463-46B2-A1D4-B2EDB3A6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3E2AD-67E9-40D1-8214-AEA76ED6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CLUSTER GÅR FÖRE ALL OBSERVATIONSLOGIK.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B5E1E-69B5-475E-AF97-7F446898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När klustring har slagit ihop flera lokaler blir LocationType alltid Cluster.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44B72-CC44-4A5E-BE2F-32E4B16D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57411-129F-4819-8D6C-7A5DAF19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294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Kalla: LocationClusterItemDto.CalculateLocationType / LocationType enum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2D3C4-8E11-4541-AAAC-A74CA686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43F88-3F0A-4BE8-9275-98B5CEBA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5243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AF1F6-60BC-4BC4-B8C8-2544EF1D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D90A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D3ADC-FEE2-4E49-B9BB-630EBBD5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1133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Location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39E80-3AFF-4130-9FB2-EECB1807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A046B-2DF5-4963-BEA3-1DBCA2BB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57525"/>
            <a:ext cx="1133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Location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A1513-FD18-4997-84D4-30118524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A8A8A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D6DE6-1B79-4D04-80EA-6BE9E190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1133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Location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C78D2-FAF7-4A85-ACDE-AC464CD1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28950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klustras tillsammans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7FCB2-0718-47CC-9380-2E1F9081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CDD47-FBEF-4852-BB67-6C019595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7"/>
          </a:solidFill>
          <a:ln xmlns:a="http://schemas.openxmlformats.org/drawingml/2006/main" w="9525">
            <a:solidFill>
              <a:srgbClr val="D7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35C0C-2188-44ED-9F4B-845ED7AE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Resultat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CE6DF-4C04-4933-A959-72AB6811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1465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E90FF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B0BFF-21B4-42F5-ACFA-695F2DDE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718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87C01-47DA-4F1F-99C1-89D1C5E5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Först i CalculateLocationType: if (IsCluster) return Cluster.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5D24E-03EC-4FDE-97FC-748B7CB6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9763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12192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91341-0DC6-48E2-AAA3-EE481251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94202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rPr>
              <a:t>if (locationClusterItem.IsCluster)</a:t>
            </a:r>
          </a:p>
          <a:p xmlns:a="http://schemas.openxmlformats.org/drawingml/2006/main">
            <a:pPr algn="l">
              <a:def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EDF3"/>
                </a:solidFill>
                <a:latin typeface="Aptos Mono"/>
                <a:ea typeface="Aptos Mono"/>
                <a:cs typeface="Aptos Mono"/>
              </a:rPr>
              <a:t>    return LocationType.Cluster;</a:t>
            </a:r>
          </a:p>
        </p:txBody>
      </p:sp>
    </p:spTree>
    <p:extLst>
      <p:ext uri="{BB962C8B-B14F-4D97-AF65-F5344CB8AC3E}">
        <p14:creationId xmlns:p14="http://schemas.microsoft.com/office/powerpoint/2010/main" val="8366487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43BAFA-C065-4B89-A814-ED85B7D6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0DD8E-F20C-46A7-BCCE-C1440B6F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E6EF0-57F4-46A4-B344-533AF200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875"/>
                </a:solidFill>
                <a:latin typeface="Aptos"/>
                <a:ea typeface="Aptos"/>
                <a:cs typeface="Aptos"/>
              </a:rPr>
              <a:t>SAMMANFATTNINGEN VISAR VILKA LOCATIONTYPE-VÄRDEN SOM KAN UPPSTÅ.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7293C-50F4-4EAB-9CAA-72174ABD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CutoffYear gör prioriteringen mer tidsstyrd och flyttar NotRecovered-detaljen till CutoffYearStatus.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E82AA-1F51-4B17-9EA7-D0692C36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0D236-D1EB-448A-AFE4-B90A9013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294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Kalla: LocationClusterItemDto.CalculateLocationType / LocationType enum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7E620-73EB-4975-B9E7-214C3184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87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791A3-8BEC-4EF5-AAA4-D163469F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D648C-B4B3-4B99-8614-6036B595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LocationType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C025E-659C-4E2E-A1DA-79261AF6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809750"/>
            <a:ext cx="2524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6D7EF-E5BE-43F8-90BB-773D7776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95475"/>
            <a:ext cx="2371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Utan cutoffYear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957EF-1F7A-4802-AEB1-9A0C1B34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097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89C3E-4725-4346-90C8-36AD611C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95475"/>
            <a:ext cx="28479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 cutoffYear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DD50A-FC42-4D00-9566-3ABF32C7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1821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FF450-DEFF-401A-BFD3-0F80E7F8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95475"/>
            <a:ext cx="3562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Kommentar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2DE9B-033C-4AF1-B941-DD5C7864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524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9E889-C208-47E8-A982-75BF5362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371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90FF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24179-F53A-404D-8F33-C5D56C6D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B5524-4DAB-4C9B-8644-022FB955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33600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80A55-3D81-4478-855A-27A44455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219325"/>
            <a:ext cx="23526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Ja, först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3E9C3-A23E-42D2-A766-7119487B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33600"/>
            <a:ext cx="3000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C5FDD8-44DC-4BC8-897C-3C177832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19325"/>
            <a:ext cx="2828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Ja, först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5464B-E928-432E-BE45-04128C2D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33600"/>
            <a:ext cx="3714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65EC8-DA0E-4B89-A78A-AC67DA12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19325"/>
            <a:ext cx="35433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IsCluster bypassar statusfält.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6F5A58-EFCE-4908-9E9A-D2B07DC4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57475"/>
            <a:ext cx="1524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9641D2-EE84-4270-8FCE-AB3B6806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371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D90A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E8CE5C-20DA-491A-81D4-18E5FF3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Present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81F50F-C321-410E-BDB4-040D1D7E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57475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0F036-98E2-47E8-A2E8-EF87A2AA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43200"/>
            <a:ext cx="23526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Någon Positive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6FA8D6-4E35-47F6-9B3C-464AE2A8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57475"/>
            <a:ext cx="3000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C6CED-ECAE-4EBD-BCE3-ABE9F4FA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43200"/>
            <a:ext cx="2828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Positive med EndYear &gt;= cutoff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A60AEE-04C7-4417-99F3-ED315057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57475"/>
            <a:ext cx="3714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7E6151-DE3D-4C3C-BFE2-83921AC1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43200"/>
            <a:ext cx="35433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Slår Treated/NotRecovered/NotPresent.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056E5B-5E35-4F4B-98EE-66B6E318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524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76267B-9248-4511-B2C6-68A296CC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371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7191C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BEAE14-ED43-49E5-9136-3DFB6117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PresentSensitive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6A1D64-BFFB-4F44-B40B-FD67F30B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81350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344275-4285-4E5B-99B8-7C9DD590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67075"/>
            <a:ext cx="23526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Alla Positive + alla Sensitive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D266F2-8941-4343-9C5F-28517971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81350"/>
            <a:ext cx="3000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34D9BE-69C5-4463-8F2F-BC9DF343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67075"/>
            <a:ext cx="2828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Samma, men bara om aktuell Positive finns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32ACDF-5DFE-4736-83AE-DDDFF031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3714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E43774-3C74-45CE-9EC1-FF80DA88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67075"/>
            <a:ext cx="35433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En icke-känslig Positive ger Present.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E4382B-7AEC-4FE3-9A15-7495299E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1524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FB6EA4-7266-4BDB-B3F3-35FA2E63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371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309177-C4ED-40C6-A1E2-3B3F122B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33E08E-1BC7-48FA-A9AC-A3EEB5C9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05225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754A55-E3C4-4C02-A70A-D5E528C0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90950"/>
            <a:ext cx="23526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Ingen Positive, någon Treatment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D915C4-60EA-4382-B164-273D8EDF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05225"/>
            <a:ext cx="3000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BB1E7C-2A30-417C-BF9E-1C8DBCBF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0950"/>
            <a:ext cx="2828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Ingen Positive före/efter cutoff, någon Treatment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81EEF5-A4CF-4F30-8CE5-DBBA5EB3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05225"/>
            <a:ext cx="3714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B2393F-F812-4853-9832-BD22BEFE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90950"/>
            <a:ext cx="35433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Med cutoff slår äldre Positive Treated.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66338B-1378-4EC5-AC75-0F0C0658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1524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079D4C-EBFA-4064-B366-A68DD257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371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8A8A8A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9A1399-C52D-48CC-8EEF-AE72512D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NotRecovered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5F9071-DD7F-4359-BF31-F3AC3449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29100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4BCE60-48AF-438F-9AF0-8ED35F58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14825"/>
            <a:ext cx="23526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Ingen Positive/Treated, någon NotRedisc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545DD6-380F-4E12-981E-FAF32799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29100"/>
            <a:ext cx="3000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D67B62-238B-4B91-97AD-523B32BC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14825"/>
            <a:ext cx="2828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Nej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9131A4-0830-40B3-B5C8-727A7A0E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29100"/>
            <a:ext cx="3714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997E03-DBC0-4B0C-8B68-F35D5A85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14825"/>
            <a:ext cx="35433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Syns i CutoffYearStatus.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6B1DBD-F743-4329-A3CD-9D6C2EEC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52975"/>
            <a:ext cx="1524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F9DFFB-B2CA-4E5B-A3AF-6D7B699B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371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1B3395-705B-4964-9DB2-B48653FC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NotPresent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F1D296B-4C8D-4B0B-A51D-50C1FA02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52975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8AB460B-9A6A-42E9-8CD1-44E8AE1A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23526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Fallback efter NotRecovered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21B43C-FC97-4C6E-8EFE-85500176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752975"/>
            <a:ext cx="3000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FF0E060-3FD6-4551-9CA8-81C4FD05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38700"/>
            <a:ext cx="2828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Fallback efter Treated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32EB36-60E5-4C79-9017-F4E82FB0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52975"/>
            <a:ext cx="3714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2DB84D5-E41E-4DAA-8E0C-FE55658F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38700"/>
            <a:ext cx="35433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Kan uppstå även utan NeverFound i kod.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52236E8-66F7-4370-A43C-6D970C07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1524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1D5F9C-E51E-481F-8AA1-3B07AB8D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371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69B4"/>
          </a:solidFill>
          <a:ln xmlns:a="http://schemas.openxmlformats.org/drawingml/2006/main" w="9525">
            <a:solidFill>
              <a:srgbClr val="000000">
                <a:alpha val="2500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95E101A-37A5-43ED-A4C3-D5F7B3E3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DividedByYearUntil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9C6EA5-FCC6-473E-B49E-1769E21D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76850"/>
            <a:ext cx="2524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EA8543-ABD1-4B36-8F1E-24BAF101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62575"/>
            <a:ext cx="23526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Nej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8C5160F-C7EC-4576-B7A3-52E963F0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276850"/>
            <a:ext cx="3000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1FCA6C9-1C4C-4F4B-9629-453E2F0E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62575"/>
            <a:ext cx="2828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Positive före cutoff, ingen Positive efter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DEDFA88-34FD-4647-B583-78DDF7CF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76850"/>
            <a:ext cx="3714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0C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A743FB9-7E0C-4DEE-86C6-97E4CC68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62575"/>
            <a:ext cx="35433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Slår Treated i cutoff-grenen.</a:t>
            </a:r>
          </a:p>
        </p:txBody>
      </p:sp>
    </p:spTree>
    <p:extLst>
      <p:ext uri="{BB962C8B-B14F-4D97-AF65-F5344CB8AC3E}">
        <p14:creationId xmlns:p14="http://schemas.microsoft.com/office/powerpoint/2010/main" val="1911974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2026-05-24T07:39:23.8790000Z</dcterms:created>
  <dcterms:modified xsi:type="dcterms:W3CDTF">2026-05-24T07:39:23.8790000Z</dcterms:modified>
</coreProperties>
</file>